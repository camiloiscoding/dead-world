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920" cy="6217920"/>
          </a:xfrm>
          <a:prstGeom prst="rect">
            <a:avLst/>
          </a:prstGeom>
          <a:noFill/>
          <a:ln w="1905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76200" cy="621792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40080"/>
            <a:ext cx="1219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7C66"/>
                </a:solidFill>
                <a:latin typeface="Consolas"/>
              </a:rPr>
              <a:t>[ SYSTEM REBOOT ... QUARANTÄNE-PROTOKOLL AKTIV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057400"/>
            <a:ext cx="121920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>
                <a:solidFill>
                  <a:srgbClr val="A81616"/>
                </a:solidFill>
                <a:latin typeface="Consolas"/>
              </a:rPr>
              <a:t>DEAD 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800" y="3703320"/>
            <a:ext cx="5486400" cy="254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886200"/>
            <a:ext cx="1219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2B2520"/>
                </a:solidFill>
                <a:latin typeface="Consolas"/>
              </a:rPr>
              <a:t>Ein Text-Survival-Horror im Terminal-Stil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74920"/>
            <a:ext cx="1219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B2520"/>
                </a:solidFill>
                <a:latin typeface="Consolas"/>
              </a:rPr>
              <a:t>Ein Projekt von Camilo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9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A7C66"/>
                </a:solidFill>
                <a:latin typeface="Consolas"/>
              </a:rPr>
              <a:t>Python  ·  Pygame  ·  ~9.000 Zeilen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Gliederung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8961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01  </a:t>
            </a:r>
            <a:r>
              <a:rPr sz="2000" b="0">
                <a:solidFill>
                  <a:srgbClr val="2B2520"/>
                </a:solidFill>
                <a:latin typeface="Consolas"/>
              </a:rPr>
              <a:t>Vorstellung des Spiels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02  </a:t>
            </a:r>
            <a:r>
              <a:rPr sz="2000" b="0">
                <a:solidFill>
                  <a:srgbClr val="2B2520"/>
                </a:solidFill>
                <a:latin typeface="Consolas"/>
              </a:rPr>
              <a:t>Spielidee &amp; Konzept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03  </a:t>
            </a:r>
            <a:r>
              <a:rPr sz="2000" b="0">
                <a:solidFill>
                  <a:srgbClr val="2B2520"/>
                </a:solidFill>
                <a:latin typeface="Consolas"/>
              </a:rPr>
              <a:t>Ziele des Spielers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04  </a:t>
            </a:r>
            <a:r>
              <a:rPr sz="2000" b="0">
                <a:solidFill>
                  <a:srgbClr val="2B2520"/>
                </a:solidFill>
                <a:latin typeface="Consolas"/>
              </a:rPr>
              <a:t>Besondere Spielkonzepte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05  </a:t>
            </a:r>
            <a:r>
              <a:rPr sz="2000" b="0">
                <a:solidFill>
                  <a:srgbClr val="2B2520"/>
                </a:solidFill>
                <a:latin typeface="Consolas"/>
              </a:rPr>
              <a:t>NPCs &amp; Begleiter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06  </a:t>
            </a:r>
            <a:r>
              <a:rPr sz="2000" b="0">
                <a:solidFill>
                  <a:srgbClr val="2B2520"/>
                </a:solidFill>
                <a:latin typeface="Consolas"/>
              </a:rPr>
              <a:t>Steuerung / Gameplay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07  </a:t>
            </a:r>
            <a:r>
              <a:rPr sz="2000" b="0">
                <a:solidFill>
                  <a:srgbClr val="2B2520"/>
                </a:solidFill>
                <a:latin typeface="Consolas"/>
              </a:rPr>
              <a:t>Technischer Aufbau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08  </a:t>
            </a:r>
            <a:r>
              <a:rPr sz="2000" b="0">
                <a:solidFill>
                  <a:srgbClr val="2B2520"/>
                </a:solidFill>
                <a:latin typeface="Consolas"/>
              </a:rPr>
              <a:t>Schwierigkeiten beim Entwickeln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09  </a:t>
            </a:r>
            <a:r>
              <a:rPr sz="2000" b="0">
                <a:solidFill>
                  <a:srgbClr val="2B2520"/>
                </a:solidFill>
                <a:latin typeface="Consolas"/>
              </a:rPr>
              <a:t>Was ich gelernt habe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10  </a:t>
            </a:r>
            <a:r>
              <a:rPr sz="2000" b="0">
                <a:solidFill>
                  <a:srgbClr val="2B2520"/>
                </a:solidFill>
                <a:latin typeface="Consolas"/>
              </a:rPr>
              <a:t>Zukunft / Verbesserungen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8A7C66"/>
                </a:solidFill>
                <a:latin typeface="Consolas"/>
              </a:rPr>
              <a:t>11  </a:t>
            </a:r>
            <a:r>
              <a:rPr sz="2000" b="0">
                <a:solidFill>
                  <a:srgbClr val="2B2520"/>
                </a:solidFill>
                <a:latin typeface="Consolas"/>
              </a:rPr>
              <a:t>Demo des Spiels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Vorstellung des Spiels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4572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114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A81616"/>
                </a:solidFill>
                <a:latin typeface="Consolas"/>
              </a:rPr>
              <a:t>GENRE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Survival-Horror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Text-Adventure (Parser)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Post-Apokalypse / Zombies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0">
                <a:solidFill>
                  <a:srgbClr val="2B252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A81616"/>
                </a:solidFill>
                <a:latin typeface="Consolas"/>
              </a:rPr>
              <a:t>PLATTFORM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PC (Windows)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Python 3 + Pygame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800" b="0">
                <a:solidFill>
                  <a:srgbClr val="2B252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A81616"/>
                </a:solidFill>
                <a:latin typeface="Consolas"/>
              </a:rPr>
              <a:t>SPRACHE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Komplett auf Deutsch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417320"/>
            <a:ext cx="5257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64592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A81616"/>
                </a:solidFill>
                <a:latin typeface="Consolas"/>
              </a:rPr>
              <a:t>SPIELIDEE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B2520"/>
                </a:solidFill>
                <a:latin typeface="Consolas"/>
              </a:rPr>
              <a:t>Eine Toxoplasma-Seuche hat die Welt in Zombies verwandelt. Du bist Albert Wesker Cristal und fliehst in einen Bunker.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B252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B2520"/>
                </a:solidFill>
                <a:latin typeface="Consolas"/>
              </a:rPr>
              <a:t>Über ein retro Amber-Terminal erkundest du per Texteingabe eine zerstörte Stadt: Krankenhaus, Bibliothek, Walddorf, Casino, ein Geheimlabor und mehr.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B252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A81616"/>
                </a:solidFill>
                <a:latin typeface="Consolas"/>
              </a:rPr>
              <a:t>Überleben, kämpfen, looten und das Geheimnis der Seuche aufdecken.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Spielidee &amp; Konzept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A81616"/>
                </a:solidFill>
                <a:latin typeface="Consolas"/>
              </a:rPr>
              <a:t>Klassisches Text-Adventure trifft auf moderne Zombie-Apokalypse.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40280"/>
            <a:ext cx="3291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63500" cy="16002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ERKUNDEN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~100 handgebaute Räume mit Himmelsrichtungen &amp; Karte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240280"/>
            <a:ext cx="3291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59352" y="2240280"/>
            <a:ext cx="63500" cy="16002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237744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ÜBERLEBEN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Lebenspunkte, Essen &amp; Heilung managen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15784" y="2240280"/>
            <a:ext cx="3291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15784" y="2240280"/>
            <a:ext cx="63500" cy="16002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4" y="237744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KÄMPFEN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Nah- &amp; Fernkampf gegen Zombies und Bosse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3291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63500" cy="16002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LOOTEN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Waffen, Munition, Medkits &amp; Container durchsuchen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9352" y="4023360"/>
            <a:ext cx="3291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9352" y="4023360"/>
            <a:ext cx="63500" cy="16002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41605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ATMOSPHÄRE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Dynamische Musik, Zombie-Sounds, CRT-Terminal-Look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15784" y="4023360"/>
            <a:ext cx="3291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15784" y="4023360"/>
            <a:ext cx="63500" cy="16002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41605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GEHEIMNISSE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Geheimlabor, versteckte Orte &amp; eine düstere 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Ziele des Spielers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7A34"/>
                </a:solidFill>
                <a:latin typeface="Consolas"/>
              </a:rPr>
              <a:t>&gt; </a:t>
            </a:r>
            <a:r>
              <a:rPr sz="2000" b="1">
                <a:solidFill>
                  <a:srgbClr val="A81616"/>
                </a:solidFill>
                <a:latin typeface="Consolas"/>
              </a:rPr>
              <a:t>Überleben — </a:t>
            </a:r>
            <a:r>
              <a:rPr sz="1800" b="0">
                <a:solidFill>
                  <a:srgbClr val="2B2520"/>
                </a:solidFill>
                <a:latin typeface="Consolas"/>
              </a:rPr>
              <a:t>So lange wie möglich am Leben bleiben — Gesundheit und Vorräte im Blick behalten.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7A34"/>
                </a:solidFill>
                <a:latin typeface="Consolas"/>
              </a:rPr>
              <a:t>&gt; </a:t>
            </a:r>
            <a:r>
              <a:rPr sz="2000" b="1">
                <a:solidFill>
                  <a:srgbClr val="A81616"/>
                </a:solidFill>
                <a:latin typeface="Consolas"/>
              </a:rPr>
              <a:t>Die Stadt erkunden — </a:t>
            </a:r>
            <a:r>
              <a:rPr sz="1800" b="0">
                <a:solidFill>
                  <a:srgbClr val="2B2520"/>
                </a:solidFill>
                <a:latin typeface="Consolas"/>
              </a:rPr>
              <a:t>Sich durch ~100 Räume kämpfen und neue Gebiete freischalten.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7A34"/>
                </a:solidFill>
                <a:latin typeface="Consolas"/>
              </a:rPr>
              <a:t>&gt; </a:t>
            </a:r>
            <a:r>
              <a:rPr sz="2000" b="1">
                <a:solidFill>
                  <a:srgbClr val="A81616"/>
                </a:solidFill>
                <a:latin typeface="Consolas"/>
              </a:rPr>
              <a:t>Ausrüstung sammeln — </a:t>
            </a:r>
            <a:r>
              <a:rPr sz="1800" b="0">
                <a:solidFill>
                  <a:srgbClr val="2B2520"/>
                </a:solidFill>
                <a:latin typeface="Consolas"/>
              </a:rPr>
              <a:t>Bessere Waffen, Munition und Heilmittel finden.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7A34"/>
                </a:solidFill>
                <a:latin typeface="Consolas"/>
              </a:rPr>
              <a:t>&gt; </a:t>
            </a:r>
            <a:r>
              <a:rPr sz="2000" b="1">
                <a:solidFill>
                  <a:srgbClr val="A81616"/>
                </a:solidFill>
                <a:latin typeface="Consolas"/>
              </a:rPr>
              <a:t>Zombies besiegen — </a:t>
            </a:r>
            <a:r>
              <a:rPr sz="1800" b="0">
                <a:solidFill>
                  <a:srgbClr val="2B2520"/>
                </a:solidFill>
                <a:latin typeface="Consolas"/>
              </a:rPr>
              <a:t>Gegner ausschalten und Punkte (Score) sammeln.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7A34"/>
                </a:solidFill>
                <a:latin typeface="Consolas"/>
              </a:rPr>
              <a:t>&gt; </a:t>
            </a:r>
            <a:r>
              <a:rPr sz="2000" b="1">
                <a:solidFill>
                  <a:srgbClr val="A81616"/>
                </a:solidFill>
                <a:latin typeface="Consolas"/>
              </a:rPr>
              <a:t>Verbündete finden — </a:t>
            </a:r>
            <a:r>
              <a:rPr sz="1800" b="0">
                <a:solidFill>
                  <a:srgbClr val="2B2520"/>
                </a:solidFill>
                <a:latin typeface="Consolas"/>
              </a:rPr>
              <a:t>Christopher als Begleiter gewinnen.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7A34"/>
                </a:solidFill>
                <a:latin typeface="Consolas"/>
              </a:rPr>
              <a:t>&gt; </a:t>
            </a:r>
            <a:r>
              <a:rPr sz="2000" b="1">
                <a:solidFill>
                  <a:srgbClr val="A81616"/>
                </a:solidFill>
                <a:latin typeface="Consolas"/>
              </a:rPr>
              <a:t>Das Geheimnis lösen — </a:t>
            </a:r>
            <a:r>
              <a:rPr sz="1800" b="0">
                <a:solidFill>
                  <a:srgbClr val="2B2520"/>
                </a:solidFill>
                <a:latin typeface="Consolas"/>
              </a:rPr>
              <a:t>Ins Geheimlabor vordringen und die Wahrheit über die Seuche aufdecken.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Besondere Spielkonzepte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700" b="1">
                <a:solidFill>
                  <a:srgbClr val="A81616"/>
                </a:solidFill>
                <a:latin typeface="Consolas"/>
              </a:rPr>
              <a:t>Echtes Terminal-Feeling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Amber-Phosphor-Look, Typewriter-Effekt, 5 Farbthemen (Amber, Grün, Weiß, Cyan, Rot).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46304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600200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700" b="1">
                <a:solidFill>
                  <a:srgbClr val="A81616"/>
                </a:solidFill>
                <a:latin typeface="Consolas"/>
              </a:rPr>
              <a:t>Intelligenter Text-Parser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Versteht viele Verben &amp; Synonyme, reagiert witzig auf Unsinn ('Iss die Waffe').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99232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700" b="1">
                <a:solidFill>
                  <a:srgbClr val="A81616"/>
                </a:solidFill>
                <a:latin typeface="Consolas"/>
              </a:rPr>
              <a:t>Dynamische Musik &amp; Sound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Ambient-Tracks im Erkunden, Kampfmusik im Gefecht, zufällige Zombie-Groans.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999232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136392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700" b="1">
                <a:solidFill>
                  <a:srgbClr val="A81616"/>
                </a:solidFill>
                <a:latin typeface="Consolas"/>
              </a:rPr>
              <a:t>Begleiter-System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Christopher folgt dir, kämpft mit, kann warten — mit eigenen HP.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35424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72584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700" b="1">
                <a:solidFill>
                  <a:srgbClr val="A81616"/>
                </a:solidFill>
                <a:latin typeface="Consolas"/>
              </a:rPr>
              <a:t>Save- &amp; Load-System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Spielfortschritt als JSON speichern und fortsetzen.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4535424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672584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700" b="1">
                <a:solidFill>
                  <a:srgbClr val="A81616"/>
                </a:solidFill>
                <a:latin typeface="Consolas"/>
              </a:rPr>
              <a:t>Versteckte Inhalte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B2520"/>
                </a:solidFill>
                <a:latin typeface="Consolas"/>
              </a:rPr>
              <a:t>Geheimlabor mit Boss, Easter-Eggs und ein spezieller Geheim-Gegner.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NPCs &amp; Begleiter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0104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76200" cy="196596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9509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2200" b="1">
                <a:solidFill>
                  <a:srgbClr val="A81616"/>
                </a:solidFill>
                <a:latin typeface="Consolas"/>
              </a:rPr>
              <a:t>Christopher Thomson — der Begleiter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B2520"/>
                </a:solidFill>
                <a:latin typeface="Consolas"/>
              </a:rPr>
              <a:t>32 Jahre alt, ~190 cm. Du triffst ihn unterwegs. Wenn du mit ihm sprichst und sein Vertrauen gewinnst, schließt er sich dir 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B2520"/>
                </a:solidFill>
                <a:latin typeface="Consolas"/>
              </a:rPr>
              <a:t>Er folgt dir ('folge mir'), kämpft an deiner Seite mit, kann auf Befehl warten ('bleib hier') und hat eigene Lebenspunkte (HP: 100).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0104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657600"/>
            <a:ext cx="76200" cy="1965960"/>
          </a:xfrm>
          <a:prstGeom prst="rect">
            <a:avLst/>
          </a:prstGeom>
          <a:solidFill>
            <a:srgbClr val="C02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9509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A81616"/>
                </a:solidFill>
                <a:latin typeface="Consolas"/>
              </a:rPr>
              <a:t>Gegner-Datenbank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B2520"/>
                </a:solidFill>
                <a:latin typeface="Consolas"/>
              </a:rPr>
              <a:t>&gt; Toxoplasma-Zombie · Infizierter Mensch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B2520"/>
                </a:solidFill>
                <a:latin typeface="Consolas"/>
              </a:rPr>
              <a:t>&gt; Mutierter Labor-Leiter (Boss, 280 HP)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02A12"/>
                </a:solidFill>
                <a:latin typeface="Consolas"/>
              </a:rPr>
              <a:t>&gt; ein geheimer, waffenimmuner Spezial-Gegner mit eigenem Schwachpunkt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Steuerung / Gameplay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520"/>
                </a:solidFill>
                <a:latin typeface="Consolas"/>
              </a:rPr>
              <a:t>Alles über Texteingabe — kein Maus-Gameplay, reine Kommando-Eingabe: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0104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94183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Bewegung   </a:t>
            </a:r>
            <a:r>
              <a:rPr sz="1800" b="0">
                <a:solidFill>
                  <a:srgbClr val="2B2520"/>
                </a:solidFill>
                <a:latin typeface="Consolas"/>
              </a:rPr>
              <a:t>  </a:t>
            </a:r>
            <a:r>
              <a:rPr sz="1800" b="0">
                <a:solidFill>
                  <a:srgbClr val="1E7A34"/>
                </a:solidFill>
                <a:latin typeface="Consolas"/>
              </a:rPr>
              <a:t>n / o / s / w / so / nw / hoch / runter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Umschauen  </a:t>
            </a:r>
            <a:r>
              <a:rPr sz="1800" b="0">
                <a:solidFill>
                  <a:srgbClr val="2B2520"/>
                </a:solidFill>
                <a:latin typeface="Consolas"/>
              </a:rPr>
              <a:t>  </a:t>
            </a:r>
            <a:r>
              <a:rPr sz="1800" b="0">
                <a:solidFill>
                  <a:srgbClr val="1E7A34"/>
                </a:solidFill>
                <a:latin typeface="Consolas"/>
              </a:rPr>
              <a:t>schaue · untersuche · karte · inventar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Items      </a:t>
            </a:r>
            <a:r>
              <a:rPr sz="1800" b="0">
                <a:solidFill>
                  <a:srgbClr val="2B2520"/>
                </a:solidFill>
                <a:latin typeface="Consolas"/>
              </a:rPr>
              <a:t>  </a:t>
            </a:r>
            <a:r>
              <a:rPr sz="1800" b="0">
                <a:solidFill>
                  <a:srgbClr val="1E7A34"/>
                </a:solidFill>
                <a:latin typeface="Consolas"/>
              </a:rPr>
              <a:t>nimm · lese · esse · öffne · nutze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Kampf      </a:t>
            </a:r>
            <a:r>
              <a:rPr sz="1800" b="0">
                <a:solidFill>
                  <a:srgbClr val="2B2520"/>
                </a:solidFill>
                <a:latin typeface="Consolas"/>
              </a:rPr>
              <a:t>  </a:t>
            </a:r>
            <a:r>
              <a:rPr sz="1800" b="0">
                <a:solidFill>
                  <a:srgbClr val="1E7A34"/>
                </a:solidFill>
                <a:latin typeface="Consolas"/>
              </a:rPr>
              <a:t>ausrüsten · schieße · schlage · stich · nachladen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Begleiter  </a:t>
            </a:r>
            <a:r>
              <a:rPr sz="1800" b="0">
                <a:solidFill>
                  <a:srgbClr val="2B2520"/>
                </a:solidFill>
                <a:latin typeface="Consolas"/>
              </a:rPr>
              <a:t>  </a:t>
            </a:r>
            <a:r>
              <a:rPr sz="1800" b="0">
                <a:solidFill>
                  <a:srgbClr val="1E7A34"/>
                </a:solidFill>
                <a:latin typeface="Consolas"/>
              </a:rPr>
              <a:t>spreche · folge mir · bleib hier · begleiter 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A81616"/>
                </a:solidFill>
                <a:latin typeface="Consolas"/>
              </a:rPr>
              <a:t>System     </a:t>
            </a:r>
            <a:r>
              <a:rPr sz="1800" b="0">
                <a:solidFill>
                  <a:srgbClr val="2B2520"/>
                </a:solidFill>
                <a:latin typeface="Consolas"/>
              </a:rPr>
              <a:t>  </a:t>
            </a:r>
            <a:r>
              <a:rPr sz="1800" b="0">
                <a:solidFill>
                  <a:srgbClr val="1E7A34"/>
                </a:solidFill>
                <a:latin typeface="Consolas"/>
              </a:rPr>
              <a:t>save · restore · score · hilfe · 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Technischer Aufbau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852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394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A81616"/>
                </a:solidFill>
                <a:latin typeface="Consolas"/>
              </a:rPr>
              <a:t>PROJEKT-STRUKTUR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dead_world_intro_v_omega.py</a:t>
            </a:r>
            <a:r>
              <a:rPr sz="1400" b="0">
                <a:solidFill>
                  <a:srgbClr val="8A7C66"/>
                </a:solidFill>
                <a:latin typeface="Consolas"/>
              </a:rPr>
              <a:t>  Hauptspiel, ~5500 Z.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command_handlers.py</a:t>
            </a:r>
            <a:r>
              <a:rPr sz="1400" b="0">
                <a:solidFill>
                  <a:srgbClr val="8A7C66"/>
                </a:solidFill>
                <a:latin typeface="Consolas"/>
              </a:rPr>
              <a:t>  Befehlslogik, ~1900 Z.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event_handlers.py</a:t>
            </a:r>
            <a:r>
              <a:rPr sz="1400" b="0">
                <a:solidFill>
                  <a:srgbClr val="8A7C66"/>
                </a:solidFill>
                <a:latin typeface="Consolas"/>
              </a:rPr>
              <a:t>  Events &amp; Trigger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config.py</a:t>
            </a:r>
            <a:r>
              <a:rPr sz="1400" b="0">
                <a:solidFill>
                  <a:srgbClr val="8A7C66"/>
                </a:solidFill>
                <a:latin typeface="Consolas"/>
              </a:rPr>
              <a:t>  Konstanten, Waffen, Gegner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render_utils.py</a:t>
            </a:r>
            <a:r>
              <a:rPr sz="1400" b="0">
                <a:solidFill>
                  <a:srgbClr val="8A7C66"/>
                </a:solidFill>
                <a:latin typeface="Consolas"/>
              </a:rPr>
              <a:t>  Zeichnen &amp; UI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Launcher.py</a:t>
            </a:r>
            <a:r>
              <a:rPr sz="1400" b="0">
                <a:solidFill>
                  <a:srgbClr val="8A7C66"/>
                </a:solidFill>
                <a:latin typeface="Consolas"/>
              </a:rPr>
              <a:t>  Start &amp; Updates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build.bat / PyInstaller</a:t>
            </a:r>
            <a:r>
              <a:rPr sz="1400" b="0">
                <a:solidFill>
                  <a:srgbClr val="8A7C66"/>
                </a:solidFill>
                <a:latin typeface="Consolas"/>
              </a:rPr>
              <a:t>  .exe-Build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417320"/>
            <a:ext cx="4069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600200"/>
            <a:ext cx="36118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A81616"/>
                </a:solidFill>
                <a:latin typeface="Consolas"/>
              </a:rPr>
              <a:t>TECHNIK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600" b="0">
                <a:solidFill>
                  <a:srgbClr val="2B2520"/>
                </a:solidFill>
                <a:latin typeface="Consolas"/>
              </a:rPr>
              <a:t>Python 3.13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600" b="0">
                <a:solidFill>
                  <a:srgbClr val="2B2520"/>
                </a:solidFill>
                <a:latin typeface="Consolas"/>
              </a:rPr>
              <a:t>Pygame (Grafik &amp; Sound)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600" b="0">
                <a:solidFill>
                  <a:srgbClr val="2B2520"/>
                </a:solidFill>
                <a:latin typeface="Consolas"/>
              </a:rPr>
              <a:t>Eigener Text-Parser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600" b="0">
                <a:solidFill>
                  <a:srgbClr val="2B2520"/>
                </a:solidFill>
                <a:latin typeface="Consolas"/>
              </a:rPr>
              <a:t>JSON Save-System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600" b="0">
                <a:solidFill>
                  <a:srgbClr val="2B2520"/>
                </a:solidFill>
                <a:latin typeface="Consolas"/>
              </a:rPr>
              <a:t>Auflösung bis 1920×1080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600" b="0">
                <a:solidFill>
                  <a:srgbClr val="2B2520"/>
                </a:solidFill>
                <a:latin typeface="Consolas"/>
              </a:rPr>
              <a:t>60 FPS, CRT-Effekt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600" b="0">
                <a:solidFill>
                  <a:srgbClr val="2B2520"/>
                </a:solidFill>
                <a:latin typeface="Consolas"/>
              </a:rPr>
              <a:t>Modularer Aufbau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600" b="0">
                <a:solidFill>
                  <a:srgbClr val="2B2520"/>
                </a:solidFill>
                <a:latin typeface="Consolas"/>
              </a:rPr>
              <a:t>PyInstaller .exe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Schwierigkeiten beim Entwickeln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9784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Eine Hauptdatei wurde riesig (5500+ Zeilen) — Aufteilen in Module war nötig.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Der Text-Parser muss viele Eingaben, Tippfehler &amp; Synonyme abfangen.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~100 Räume konsistent verbinden und Sackgassen vermeiden.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Kampf-Balancing: Waffenschaden vs. Gegner-HP fair einstellen.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Musik &amp; Sounds richtig mischen, ohne dass sie sich überlagern.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Save-/Load-System: alle Spielzustände korrekt sichern und laden.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Bugs finden, die nur in bestimmten Räumen oder Reihenfolgen auftreten.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Was ich gelernt habe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9784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Wie wichtig Planung &amp; ein Game Design Document vor dem Coden sind.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Code in Module aufzuteilen macht alles übersichtlicher &amp; wartbarer.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Wie man einen eigenen Parser / eine Eingabe-Logik baut.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Probleme im Code systematisch zu finden, zu analysieren und zu beheben.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Wie man Grafik, Sound &amp; Spiellogik mit Pygame verbindet.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Ein fertiges Programm als .exe für andere bereitzustellen.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Dass sich ein Projekt während der Entwicklung stark verändern kann.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E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D68A"/>
                </a:solidFill>
                <a:latin typeface="Consolas"/>
              </a:rPr>
              <a:t>&gt; </a:t>
            </a:r>
            <a:r>
              <a:rPr sz="3000" b="1">
                <a:solidFill>
                  <a:srgbClr val="F2C96A"/>
                </a:solidFill>
                <a:latin typeface="Consolas"/>
              </a:rPr>
              <a:t>Zukunft / Verbesserungen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9784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Mehr Story-Inhalte, Quests und ein richtiges Ende.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Weitere NPCs, Begleiter und einen Handels-/Shop-System.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Crafting-System zum Bauen eigener Items.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Code weiter aufteilen &amp; Dokumentation verbessern.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Mehr automatische Tests, um Bugs früher zu finden.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Save-System robuster machen.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7A34"/>
                </a:solidFill>
                <a:latin typeface="Consolas"/>
              </a:rPr>
              <a:t>&gt; </a:t>
            </a:r>
            <a:r>
              <a:rPr sz="1800" b="0">
                <a:solidFill>
                  <a:srgbClr val="2B2520"/>
                </a:solidFill>
                <a:latin typeface="Consolas"/>
              </a:rPr>
              <a:t>Eventuell ein Tag-/Nacht- oder Hunger-System.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DEAD WORLD  //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40080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7C66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920" cy="6217920"/>
          </a:xfrm>
          <a:prstGeom prst="rect">
            <a:avLst/>
          </a:prstGeom>
          <a:noFill/>
          <a:ln w="19050">
            <a:solidFill>
              <a:srgbClr val="8A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8A7C66"/>
                </a:solidFill>
                <a:latin typeface="Consolas"/>
              </a:rPr>
              <a:t>[ STARTE DEMO ...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92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1">
                <a:solidFill>
                  <a:srgbClr val="A81616"/>
                </a:solidFill>
                <a:latin typeface="Consolas"/>
              </a:rPr>
              <a:t>DEMO DES SPIELS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0" y="3886200"/>
            <a:ext cx="4572000" cy="25400"/>
          </a:xfrm>
          <a:prstGeom prst="rect">
            <a:avLst/>
          </a:prstGeom>
          <a:solidFill>
            <a:srgbClr val="A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B2520"/>
                </a:solidFill>
                <a:latin typeface="Consolas"/>
              </a:rPr>
              <a:t>Viel Spaß beim Überleben.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94960"/>
            <a:ext cx="1219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7A34"/>
                </a:solidFill>
                <a:latin typeface="Consolas"/>
              </a:rPr>
              <a:t>&gt; 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